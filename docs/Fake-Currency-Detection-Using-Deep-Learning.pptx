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Fake Currency Detection Using Deep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Securing Transactions with AI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Fareeda Begum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U23IA22S0016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3022"/>
            <a:ext cx="7943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 to Fake Currency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1962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448776"/>
            <a:ext cx="3142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Fake Currency?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Illegal replicas of genuine money causing economic harm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21962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Economic Impact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Increases inflation and reduces public trust in currency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21962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Need for Detection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Accurate and fast counterfeit detection systems essential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5115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Limitations of Traditional Detection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64029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664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Verification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15444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Time-consuming and prone to human error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664029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10908983" y="3664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UV Scanners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08983" y="415444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Expensive and not foolproof against advanced counterfeits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72512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72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Other Methods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21553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Limited scalability and require expert operation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83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Study Objective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672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automated, reliable, and scalable system for fake currency detection with deep learning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482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Enhance accuracy, speed, and usability for widespread deployment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Description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Composition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Images of real currency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Images of fake currency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Resizing for uniform input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Normalization to scale pixel values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Augmentation: rotation, flipping, brightness changes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618559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Proposed Methodology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26087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Image Input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26087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Preprocessing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26087" y="4229576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CNN Model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26087" y="4667607"/>
            <a:ext cx="11895177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Conv, pooling, fully connected layers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26087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Prediction</a:t>
            </a:r>
            <a:endParaRPr lang="en-US" sz="1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026087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Output Label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60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Training Setup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9016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51326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090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Optimizer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58057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Adam for adaptive learning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667" y="509016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7513737" y="513266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65783" y="5090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Loss Function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65783" y="558057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Binary cross-entropy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42544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878860" y="646795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425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Batch Size &amp; Epochs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915864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32 batch size, 50 epochs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28667" y="642544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7" name="Text 14"/>
          <p:cNvSpPr/>
          <p:nvPr/>
        </p:nvSpPr>
        <p:spPr>
          <a:xfrm>
            <a:off x="7513737" y="646795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65783" y="6425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Augmentation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65783" y="6915864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Enhances robustness against variations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6286"/>
            <a:ext cx="59827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 and Evaluation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45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Accuracy: 97.5%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367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Precision: 98.1%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789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Recall: 96.7%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211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F1-score: 97.4%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9192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Confusion matrix highlights strong prediction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5701"/>
            <a:ext cx="8677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Advantages of Proposed System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5810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751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Accuracy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46" y="2958108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39446" y="3751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Fast Detection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21" y="295810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85221" y="3751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Edge Deployment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997" y="2958108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30997" y="3751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 Efficient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86670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3790" y="5580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Explainability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793790" y="6070878"/>
            <a:ext cx="30054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Grad-CAM visualization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354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and Future Work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1267"/>
            <a:ext cx="170021" cy="853321"/>
          </a:xfrm>
          <a:prstGeom prst="roundRect">
            <a:avLst>
              <a:gd name="adj" fmla="val 120071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6790373" y="3471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Achievements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396168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Reliable, fast counterfeit detection system developed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4551402"/>
            <a:ext cx="170021" cy="1737717"/>
          </a:xfrm>
          <a:prstGeom prst="roundRect">
            <a:avLst>
              <a:gd name="adj" fmla="val 120071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7130534" y="4551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Goals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5041821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Multicurrency detection support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130534" y="5484019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mobile deployment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130534" y="5926217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Continual learning updates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2025-04-26T11:59:41Z</dcterms:created>
  <dcterms:modified xsi:type="dcterms:W3CDTF">2025-04-26T11:59:41Z</dcterms:modified>
</cp:coreProperties>
</file>